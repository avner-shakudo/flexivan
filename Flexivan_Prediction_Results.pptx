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3"/>
    <p:sldMasterId id="214748369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Space Mono"/>
      <p:regular r:id="rId8"/>
      <p:bold r:id="rId9"/>
      <p:italic r:id="rId10"/>
      <p:boldItalic r:id="rId11"/>
    </p:embeddedFont>
    <p:embeddedFont>
      <p:font typeface="Inter Light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Urbanist Medium"/>
      <p:regular r:id="rId20"/>
      <p:bold r:id="rId21"/>
      <p:italic r:id="rId22"/>
      <p:boldItalic r:id="rId23"/>
    </p:embeddedFont>
    <p:embeddedFont>
      <p:font typeface="Urbanist SemiBold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SemiBold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font" Target="fonts/SpaceMono-bold.fntdata"/><Relationship Id="rId26" Type="http://schemas.openxmlformats.org/officeDocument/2006/relationships/font" Target="fonts/UrbanistSemiBold-italic.fntdata"/><Relationship Id="rId25" Type="http://schemas.openxmlformats.org/officeDocument/2006/relationships/font" Target="fonts/UrbanistSemiBold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font" Target="fonts/SpaceMono-regular.fntdata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font" Target="fonts/SpaceMono-boldItalic.fntdata"/><Relationship Id="rId10" Type="http://schemas.openxmlformats.org/officeDocument/2006/relationships/font" Target="fonts/SpaceMono-italic.fntdata"/><Relationship Id="rId13" Type="http://schemas.openxmlformats.org/officeDocument/2006/relationships/font" Target="fonts/InterLight-bold.fntdata"/><Relationship Id="rId12" Type="http://schemas.openxmlformats.org/officeDocument/2006/relationships/font" Target="fonts/InterLight-regular.fntdata"/><Relationship Id="rId15" Type="http://schemas.openxmlformats.org/officeDocument/2006/relationships/font" Target="fonts/InterLight-boldItalic.fntdata"/><Relationship Id="rId14" Type="http://schemas.openxmlformats.org/officeDocument/2006/relationships/font" Target="fonts/InterLight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8a23a34711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8a23a34711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8a23a34711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8a23a34711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2" name="Google Shape;62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4"/>
          <p:cNvSpPr txBox="1"/>
          <p:nvPr>
            <p:ph idx="4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5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6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7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5" name="Google Shape;75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4" name="Google Shape;84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1" name="Google Shape;101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7" name="Google Shape;107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1" name="Google Shape;111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" name="Google Shape;116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7" name="Google Shape;117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2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3" name="Google Shape;123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idx="4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6" name="Google Shape;126;p19"/>
          <p:cNvSpPr txBox="1"/>
          <p:nvPr>
            <p:ph idx="5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7" name="Google Shape;127;p19"/>
          <p:cNvSpPr txBox="1"/>
          <p:nvPr>
            <p:ph idx="6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7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8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9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3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4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5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6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7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39" name="Google Shape;139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3" name="Google Shape;143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5" name="Google Shape;145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6" name="Google Shape;146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8" name="Google Shape;148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9" name="Google Shape;149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0" name="Google Shape;150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2" name="Google Shape;152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3" name="Google Shape;153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5" name="Google Shape;155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6" name="Google Shape;156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8" name="Google Shape;158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9" name="Google Shape;159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0" name="Google Shape;160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66" name="Google Shape;166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0" name="Google Shape;170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77" name="Google Shape;177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78" name="Google Shape;178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79" name="Google Shape;179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0" name="Google Shape;180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2" name="Google Shape;182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3" name="Google Shape;183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5" name="Google Shape;185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86" name="Google Shape;186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98" name="Google Shape;198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2" name="Google Shape;202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3" name="Google Shape;203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4" name="Google Shape;204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2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07" name="Google Shape;207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2" name="Google Shape;212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13" name="Google Shape;213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18" name="Google Shape;218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3" name="Google Shape;223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4" name="Google Shape;224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5" name="Google Shape;225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6" name="Google Shape;226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7" name="Google Shape;227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8" name="Google Shape;228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34" name="Google Shape;234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36" name="Google Shape;236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8" name="Google Shape;238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3" name="Google Shape;243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5" name="Google Shape;245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4" name="Google Shape;264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84" name="Google Shape;284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7" name="Google Shape;287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88" name="Google Shape;288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0" name="Google Shape;290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0" name="Google Shape;300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5" name="Google Shape;305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7" name="Google Shape;307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" name="Google Shape;308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9" name="Google Shape;309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0" name="Google Shape;310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3" name="Google Shape;313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6" name="Google Shape;316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7" name="Google Shape;317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8" name="Google Shape;318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9" name="Google Shape;319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1" name="Google Shape;321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2" name="Google Shape;322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3" name="Google Shape;323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4" name="Google Shape;324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28" name="Google Shape;328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9" name="Google Shape;329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0" name="Google Shape;330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1" name="Google Shape;331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3" name="Google Shape;333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4" name="Google Shape;334;p30"/>
          <p:cNvSpPr txBox="1"/>
          <p:nvPr>
            <p:ph idx="8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35" name="Google Shape;335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9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8" name="Google Shape;338;p30"/>
          <p:cNvSpPr txBox="1"/>
          <p:nvPr>
            <p:ph idx="13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14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0" name="Google Shape;340;p30"/>
          <p:cNvSpPr txBox="1"/>
          <p:nvPr>
            <p:ph idx="15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16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17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43" name="Google Shape;343;p30"/>
          <p:cNvSpPr txBox="1"/>
          <p:nvPr>
            <p:ph idx="18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44" name="Google Shape;344;p30"/>
          <p:cNvSpPr txBox="1"/>
          <p:nvPr>
            <p:ph idx="19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20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46" name="Google Shape;346;p30"/>
          <p:cNvSpPr txBox="1"/>
          <p:nvPr>
            <p:ph idx="21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22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23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24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0" name="Google Shape;350;p30"/>
          <p:cNvSpPr txBox="1"/>
          <p:nvPr>
            <p:ph idx="25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1" name="Google Shape;351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4" name="Google Shape;354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5" name="Google Shape;355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56" name="Google Shape;356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59" name="Google Shape;359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2" name="Google Shape;362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64" name="Google Shape;364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6" name="Google Shape;366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7" name="Google Shape;367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8" name="Google Shape;368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1" name="Google Shape;371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9" name="Google Shape;379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5" name="Google Shape;385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0" name="Google Shape;390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1" name="Google Shape;391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6" name="Google Shape;396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2" name="Google Shape;412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9" name="Google Shape;419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0" name="Google Shape;420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1" name="Google Shape;421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3" name="Google Shape;423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6" name="Google Shape;426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9" name="Google Shape;429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6" name="Google Shape;436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9" name="Google Shape;439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3" name="Google Shape;443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4" name="Google Shape;444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2" name="Google Shape;45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3" name="Google Shape;453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4" name="Google Shape;454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5" name="Google Shape;455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6" name="Google Shape;466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Mountain Capital Partners + Shakudo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5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 Light"/>
                <a:ea typeface="Inter Light"/>
                <a:cs typeface="Inter Light"/>
                <a:sym typeface="Inter Light"/>
              </a:rPr>
              <a:t>2025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5" name="Google Shape;475;p53"/>
          <p:cNvSpPr txBox="1"/>
          <p:nvPr>
            <p:ph idx="6" type="subTitle"/>
          </p:nvPr>
        </p:nvSpPr>
        <p:spPr>
          <a:xfrm>
            <a:off x="228591" y="423679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October 21,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 2025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3"/>
          <p:cNvSpPr txBox="1"/>
          <p:nvPr>
            <p:ph type="title"/>
          </p:nvPr>
        </p:nvSpPr>
        <p:spPr>
          <a:xfrm>
            <a:off x="228600" y="3200400"/>
            <a:ext cx="6658800" cy="9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40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Prediction Results</a:t>
            </a:r>
            <a:endParaRPr sz="40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40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Flexivan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 Light"/>
                <a:ea typeface="Inter Light"/>
                <a:cs typeface="Inter Light"/>
                <a:sym typeface="Inter Light"/>
              </a:rPr>
              <a:t>Mountain Capital Partners + Shakudo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482" name="Google Shape;482;p54" title="Screenshot 2025-10-20 at 12.41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92875"/>
            <a:ext cx="8839197" cy="354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